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2025.R.AID.1.23AID205 — DATA STRUCTURES &amp; ALGORITHMS CAPSTONE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Decentralized Blockchain Voting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A Zero-Trust Electronic Voting Architecture Engineered with 25 Native Data Structures &amp;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242316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Ashwin Krishna V</a:t>
            </a:r>
          </a:p>
          <a:p>
            <a:pPr>
              <a:spcBef>
                <a:spcPts val="400"/>
              </a:spcBef>
              <a:defRPr sz="1000" b="1">
                <a:solidFill>
                  <a:srgbClr val="00F0FF"/>
                </a:solidFill>
              </a:defRPr>
            </a:pPr>
            <a:r>
              <a:t>cb.ai.u4aid25108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DSA &amp; Verification Lead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Amrita Vishwa Vidyapeetham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926080"/>
            <a:ext cx="242316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306324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Madhan S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cb.ai.u4aid25127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Consensus &amp; P2P Architect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Amrita Vishwa Vidyapeetham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242316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Nakul Shravan</a:t>
            </a:r>
          </a:p>
          <a:p>
            <a:pPr>
              <a:spcBef>
                <a:spcPts val="400"/>
              </a:spcBef>
              <a:defRPr sz="1000" b="1">
                <a:solidFill>
                  <a:srgbClr val="F59E0B"/>
                </a:solidFill>
              </a:defRPr>
            </a:pPr>
            <a:r>
              <a:t>cb.ai.u4aid25134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Cryptographic Hashing &amp; Merkle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Amrita Vishwa Vidyapeetham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926080"/>
            <a:ext cx="242316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306324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Nawin K G</a:t>
            </a:r>
          </a:p>
          <a:p>
            <a:pPr>
              <a:spcBef>
                <a:spcPts val="400"/>
              </a:spcBef>
              <a:defRPr sz="1000" b="1">
                <a:solidFill>
                  <a:srgbClr val="A855F7"/>
                </a:solidFill>
              </a:defRPr>
            </a:pPr>
            <a:r>
              <a:t>cb.ai.u4aid25135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System Architect &amp; UI Lead</a:t>
            </a:r>
          </a:p>
          <a:p>
            <a:pPr>
              <a:spcBef>
                <a:spcPts val="400"/>
              </a:spcBef>
              <a:defRPr sz="850">
                <a:solidFill>
                  <a:srgbClr val="64748B"/>
                </a:solidFill>
              </a:defRPr>
            </a:pPr>
            <a:r>
              <a:t>Amrita Vishwa Vidyapeetham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349240"/>
            <a:ext cx="10362895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1F2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440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Repository: https://github.com/kgnawinkg-tech/Decentralised-Voting-System  |  Email: kgnawinkg@gmail.com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Scope: 25 Master DSA Modules  •  Zero 3rd-Party Blockchain Frameworks  •  Pure Python 3.13  •  Multi-Node Consensus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Introduction &amp; Motivation: The Electronic Voting Trust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7171"/>
                </a:solidFill>
              </a:defRPr>
            </a:pPr>
            <a:r>
              <a:t>The Centralized Failure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Single Point of Failure (SPOF): Central voting databases are vulnerable to internal tampering, unauthorized SQL overrides, and DDoS attacks.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Black-Box Opaque Counting: Voters receive no mathematical proof that their ballot was correctly counted or unaltered.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Coercion &amp; Privacy Conflict: Existing e-voting platforms link voter credentials directly to ballots, creating identity leak risks.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Administrative Monopoly: Centralized election servers grant root admins unilateral control over tallies.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Why DSA Over AI/ML?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Mathematical Determinism: AI/ML models are probabilistic, approximate, and non-deterministic—unacceptable for elections.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Absolute Audit Guarantees: DSA structures (Hash Tables, Doubly Linked Lists, Merkle Trees) enforce rigorous mathematical proof.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Cryptographic Integrity: Altering 1 bit changes the SHA-256 hash completely; detected in O(1) step.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Provable Big-O Complexity: Every operation has hard theoretical time and memory bounds proven mathematically.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The Decentralized Solution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Multi-Node P2P Consensus: Independent nodes (A, B, C) cross-validate every block using Quorum rules (Q = 2/3).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Decoupled Token Anonymity: Voter eligibility is separated from ballot choices via single-use burned authorization tokens.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Merkle Audit Receipts: Voters receive an O(log N) cryptographic proof to audit their ballot from any mobile device.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100% Native Implementation: Built from first principles in Python 3.13 without heavy external blockchain bloat.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Problem Statement &amp; Real-World Architectural Relevance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Formal Problem Statement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Engineering a transparent, secure, and decentralized electronic voting infrastructure that simultaneously guarantees: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1. Strict Single-Vote Invariance: No voter can cast more than one ballot, even across concurrent requests or multi-node race conditions.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2. Complete Ballot Secrecy: Impossible for any entity (including node administrators) to map a candidate vote back to voter identity.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3. Tamper-Evident Immutability: Once confirmed, past ballots cannot be altered or removed without breaking the cryptographic chain.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4. Public Verifiability: Any voter can audit that their specific ballot is included in the final tally using logarithmic proofs.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5. Partition Fault Tolerance: The system functions seamlessly across network partitions as long as a quorum of peers remains active.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Real-World Relevance &amp; Impact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National &amp; Municipal Elections: Eliminates accusations of ballot-box stuffing and electronic voting machine (EVM) tampering.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University &amp; Academic Governance: Enables transparent student senate elections, faculty senate votes, and thesis evaluations.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Corporate Shareholder Proxy Voting: Protects minority shareholders from board manipulation with verifiable audit receipts.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Decentralized Autonomous Organizations (DAOs): Provides transparent governance without relying on expensive gas fees on public networks.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Educational First-Principles Reference: Proves that complex distributed ledgers can be engineered using fundamental Computer Science DSA.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Project Objectives &amp; Architectural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Core Technical Objectives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Native 25-DSA Taxonomy: Implement and test 25 core data structures and algorithms covering linear, trees, graphs, and sorting.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Zero Third-Party Blockchain Dependencies: No web3.py, Ethereum, or Hyperledger. 100% custom ledger logic.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Distributed 3-Node Architecture: Independent peer nodes running on separate ports/machines with asynchronous gossip.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Sub-Millisecond Duplicate Rejection: O(1) Hash Table and atomic SQLite unique constraints rejecting double votes in &lt; 1 µs.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Logarithmic Merkle Receipts: O(log N) inclusion proofs verified in ~0.02 ms regardless of ledger size.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Comprehensive Automated Validation: 100% test pass rate across 25 unit and integration test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Project Architectural Scope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IN SCOPE: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P2P network simulation with Dijkstra minimum-latency routing and BFS peer discovery.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Leader-quorum consensus protocol handling crash-recovery faults (N=3, Q=2).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Distributed sharding via SHA-256 consistent hashing ring with 50 virtual replicas.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Full-stack web portal for voters, live blockchain explorer, and interactive 25-DSA lab.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LAN deployment support for multi-computer physical demonstration over Wi-Fi.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OUT OF SCOPE (Educational Trust Model):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Byzantine fault tolerance against colluding malicious leaders (planned for PBFT upgrade).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Hardware security modules (HSMs) and biometric voter identity binding.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Input Data Representation &amp; Schema (DSA Perspective)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Voter &amp; Candidate Entities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Voter Registry Record (Hash Table):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{ voter_id: string (PK),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hashed_pin: string (SHA-256),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has_voted: boolean,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auth_token: string | null }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Candidate Registry: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{ candidate_id: string (PK),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name: string,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party: string,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vote_count: integer }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Trie Prefix Structure: Fast O(L) autocompletion for voter search and ballot candidates.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Anonymous Ballot Transaction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Ballot Data Structure (FIFO Queue):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{ ballot_id: UUIDv4,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election_id: string,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candidate_id: string,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timestamp: float (UTC),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auth_token_hash: string }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Privacy Representation: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voter_id is strictly absent from the ballot schema.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auth_token_hash ensures the token cannot be reused, but reveals zero voter identity.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Cryptographic Block Schema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Block Node Structure (Doubly Linked List):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{ index: integer (Height),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timestamp: float,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previous_hash: string (64 hex),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merkle_root: string (64 hex),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transactions: list[Ballot],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node_id: string (Proposer),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signature: string (ECDSA),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  current_hash: string (64 hex) }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Forward &amp; Backward pointers: prev_node and next_node 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Data Preprocessing &amp; Canonical Serialization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Canonical JSON Serialization Pipeline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The Serialization Challenge: Dictionaries in standard runtimes have non-deterministic key ordering. Inconsistent serialization breaks SHA-256 hash matching across nodes.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Canonical Preprocessing Algorithm: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1. Recursive key sorting: Order all JSON object keys lexicographically.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2. Strict whitespace removal: Force separators=(',', ':') to eliminate space variances.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3. UTF-8 byte encoding: Standardize text byte streams.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4. Deterministic hashing: SHA-256 digest guaranteed identical on every node regardless of OS or Python version.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Code Implementation: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canonical_bytes = json.dumps(data, sort_keys=True, separators=(',', ':')).encode('utf-8')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block_hash = hashlib.sha256(canonical_bytes).hexdigest()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Token Burn &amp; Sanitization Preprocessing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Input Sanitization (src/security/input_validation.py):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Regex inspection prevents SQL injection, script injection, and buffer overruns.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Strict type coercion for timestamps and election IDs.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One-Time Token Burn Lifecycle: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1. Voter requests ballot -&gt; Authority verifies voter -&gt; Generates cryptographically secure token.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2. Authority writes token to voter row and sets state to 'ISSUED'.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3. When voter casts ballot, token is verified, immediately marked 'BURNED', and decoupled from voter record.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4. Atomic SQLite transaction ensures token cannot be burned twice even under simultaneous concurrent threads.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Exploratory Complexity Profiling &amp; System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Real-Time Mempool Dynamics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FIFO Queue Inspection: Pending transactions accumulate in a bounded queue buffer.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Rate-Limiting Circular Queue: Rejects flood spikes over 100 req/sec to prevent DDoS.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Batch Packaging: When threshold (e.g. 10 ballots) or timer expires, Mempool is drained into a new block.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Zero Dropped Transactions: Ballots remain safely in memory until quorum consensus confirms block acceptance.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Visual Block Explorer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Live Ledger Traversal: Bidirectional exploration across block heights using Doubly Linked List pointers.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Tamper Detection Visualizer: Injects simulated bit flips into past blocks to illustrate chain verification failure.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Real-Time Quorum Tracking: Displays heartbeat pings, node health, and block height sync across Node A, B, and C.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Audit Receipt Inspector: Voters paste their Merkle proof to visually verify path traversal to Root.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The 25-DSA Interactive Lab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Live Laboratory Interface: Dedicated web page (templates/dsa.html) exposing all 25 algorithms live.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Interactive Triggers: Run Dijkstra path calculation, AVL tree rotations, Trie lookups, and Quick Sort in real time.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Microsecond Latency Counters: Visualizes execution duration and memory consumption on screen.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Pedagogical Tool: Bridges academic theory with functional decentralized system engineering.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Master DSA Taxonomy: Linear &amp; Hash Structures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1. Hash Table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src/dsa/hash_table.py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O(1) Avg / O(N) Worst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Voter registry indexing, metadata cache, token lookups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2. Singly Linked List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src/dsa/singly_linked_list.py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O(1) Append / O(N) Search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Sequential block linkage demonstration &amp; forward ledger traversal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3. Doubly Linked List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src/dsa/doubly_linked_list.py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O(1) Insert / O(N) Traversal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Bidirectional block explorer navigation &amp; in-memory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4. Stack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src/dsa/stack.py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O(1) Push/Pop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LIFO block verification rollback, transaction validation 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5. Queue (FIFO)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src/dsa/queue.py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O(1) Enqueue/Dequeue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FIFO Mempool queue for fair transaction batching before mining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6. Circular Queue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src/dsa/circular_queue.py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O(1) Enqueue/Dequeue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Bounded ring buffer for HTTP request rate-limiting &amp; flood defense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Master DSA Taxonomy: Trees, Tries &amp; Priority Queues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7. Binary Search Tree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src/dsa/binary_search_tree.py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O(log N) Avg / O(N) Worst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Ordered index for block heights and audit log timestamps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8. AVL Tree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src/dsa/avl_tree.py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O(log N) Guaranteed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Self-balancing tree guaranteeing logarithmic block lookup via rotations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9. Trie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src/dsa/trie.py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O(L + K) Prefix Search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Instant prefix autocompletion for candidate selection and voter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10. Priority Queue (Heap)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src/dsa/priority_queue.py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O(log N) Push/Pop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Min-heap peer synchronization &amp; reconnection retry task scheduler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11. Binary Merkle Tree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src/blockchain/merkle_tree.py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O(N) Build / O(log N) Proof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Cryptographic root hashing and zero-knowledge inclusion proofs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12. Consistent Hash Ring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src/dsa/consistent_hashing.py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O(log(N·R)) Lookup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SHA-256 virtual node ring for balanced distributed sharding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Master DSA Taxonomy: Graphs, Sorting &amp;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13. Graph (Adj Lists)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src/dsa/graph.py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O(V + E) Space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Physical &amp; virtual peer network topology representation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14. BFS Algorithm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src/dsa/bfs.py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O(V + E) Time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Peer discovery across hop layers &amp; unweighted shortest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15. DFS Algorithm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src/dsa/dfs.py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O(V + E) Time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Peer component enumeration &amp; deep network topology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16. Dijkstra's Algorithm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src/dsa/dijkstra.py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O((V + E) log V)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Minimum-latency routing across weighted peer network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17. Union-Find (DSU)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src/dsa/union_find.py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O(α(N)) Nearly O(1)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Network partition detection and peer cluster connectivity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86200"/>
            <a:ext cx="3383280" cy="22402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4050792"/>
            <a:ext cx="3054096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18. Quick Sort &amp; Merge Sort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File: src/dsa/quick_sort.py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Complexity: O(N log N)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Role: Live candidate tally ranking and stable chronological audit sorting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 (METHODOLOGY)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Blockchain Data Structure: Doubly Linked List of Cryptographic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Algorithmic Mechanics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Bi-Directional Node Linking: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Each block acts as a node in a Doubly Linked List with prev_node and next_node pointers.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Cryptographic Hash Pointers: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Block[i].previous_hash == SHA-256(Block[i-1]).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Forms an immutable cryptographic chain.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O(1) Append, O(N) Full Audit: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Appending a newly mined block takes O(1) time at the tail pointer.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Tamper Evident Guarantee: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Modifying even a single character in Block 1 alters its Current Hash.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Block 2's previous_hash immediately fails validation, instantly alerting all peers.</a:t>
            </a:r>
          </a:p>
        </p:txBody>
      </p:sp>
      <p:pic>
        <p:nvPicPr>
          <p:cNvPr id="6" name="Picture 5" descr="blockchai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 (METHODOLOGY)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11. Binary Merkle Tree: Cryptographic Root &amp; O(log N) Inclusion Proofs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Cryptographic Verification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Hierarchical Binary Tree: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Ballot transactions form leaf nodes. Pairs of hashes are concatenated and hashed recursively to produce the single Merkle Root.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Odd-Leaf Promotion Rule: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If an odd number of ballots exists at any level, the last hash is promoted or duplicated to maintain binary balance.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Logarithmic Proof Scaling: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A block containing N=1,024 ballots requires only 10 sibling hashes for inclusion proof.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Voter Privacy Preserved: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A voter can mathematically verify their vote was recorded without downloading the entire ledger or seeing anyone else's vote.</a:t>
            </a:r>
          </a:p>
        </p:txBody>
      </p:sp>
      <p:pic>
        <p:nvPicPr>
          <p:cNvPr id="6" name="Picture 5" descr="merkle_tre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 (METHODOLOGY)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12. Consistent Hashing Ring &amp; Distributed Sharding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Distributed Partitioning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Virtual Node Ring Topology: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Both physical nodes and ballot partition keys are mapped onto a 2^256 SHA-256 integer ring.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Hotspot Elimination (R = 50):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Each physical node maintains 50 virtual replica tokens across the perimeter to guarantee uniform distribution.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Logarithmic Routing O(log(N·R)):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Routing uses binary search (bisect_right) to find the first clockwise node in &lt; 2 microseconds.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Minimal Reshuffling Property: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Adding or dropping 1 node reassigns only K/N keys, preventing massive network re-partitioning spikes.</a:t>
            </a:r>
          </a:p>
        </p:txBody>
      </p:sp>
      <p:pic>
        <p:nvPicPr>
          <p:cNvPr id="6" name="Picture 5" descr="consistent_hash_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B.IV.4 (METHODOLOGY)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13. P2P Network Mesh &amp; Dijkstra Minimum-Latency Block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Network Graph Algorithms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Weighted Mesh Graph: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Nodes measure link latency in milliseconds. Represented via adjacency lists: O(V + E) space.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Dijkstra's Algorithm: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Priority Queue (Min-Heap) computes minimum-latency propagation paths in O((V + E) log V).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BFS Peer Discovery: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Explores network layer-by-layer to discover new participating validator nodes.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Disjoint-Set Union (Union-Find):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Tracks connected components with path compression in O(α(V)) time to detect network splits.</a:t>
            </a:r>
          </a:p>
        </p:txBody>
      </p:sp>
      <p:pic>
        <p:nvPicPr>
          <p:cNvPr id="6" name="Picture 5" descr="network_topology_dijks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B.IV.5 (PRIVACY)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14. Decoupled Cryptographic Anonymity Protocol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Single-Use Token Burn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Privacy Through Decoupling: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Voter authentication is mathematically separated from ballot submission.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4-Step Anonymity Pipeline: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1. Voter verifies identity with PIN (Hash Table check).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2. Authority issues a random cryptographic token.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3. Voter submits ballot with token—NO Voter ID is transmitted.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4. Node burns token atomically in SQLite; adds ballot to FIFO Mempool.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Double-Vote Defense: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SQLite UNIQUE(token_hash) prevents re-casting. Attempting to vote again is rejected instantly in &lt; 1 µs.</a:t>
            </a:r>
          </a:p>
        </p:txBody>
      </p:sp>
      <p:pic>
        <p:nvPicPr>
          <p:cNvPr id="6" name="Picture 5" descr="anonymous_ballo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15. Leader-Quorum Consensus Protocol &amp; Block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Consensus Pipeline (Q=2/3)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Leader Proposal (Node A):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Drains FIFO Mempool queue, builds Merkle Tree, signs block with ECDSA SECP256R1, and broadcasts proposal.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Independent Peer Validation: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Node B and C verify ECDSA signature, confirm previous_hash matches local tail, recompute Merkle Root, and guard against duplicate votes in local SQLite.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Quorum Commit (Q &gt;= 2/3):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Once Leader receives &gt;= 2 positive signed affirmations, it commits the block and broadcasts COMMIT signal.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Fault Tolerance: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Tolerates 1 offline node (2/3 quorum maintained) without network stall.</a:t>
            </a:r>
          </a:p>
        </p:txBody>
      </p:sp>
      <p:pic>
        <p:nvPicPr>
          <p:cNvPr id="6" name="Picture 5" descr="consensus_protoco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16. Evaluation Metrics &amp; Empirical Performance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Benchmark Highlights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Apple Silicon M-Series / Python 3.13: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Merkle Proof Scaling: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N=16: 0.025 ms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N=1,024: 0.026 ms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Proves constant O(log N) verification regardless of chain size.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Sorting Throughput: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Quick Sort is 2.5x - 3.3x faster than Merge Sort due to median-of-three in-place cache locality.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Consistent Hash Routing: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- 500,000+ keys/sec routing throughput with sub-2 µs latency.</a:t>
            </a:r>
          </a:p>
        </p:txBody>
      </p:sp>
      <p:pic>
        <p:nvPicPr>
          <p:cNvPr id="6" name="Picture 5" descr="benchmark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17. Comparative Analysis of Alternative Algorithms &amp;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Merge Sort vs Quick Sort (Median-of-3)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Merge Sort: Guaranteed O(N log N) in all cases, stable ordering for identical audit timestamps, requires O(N) auxiliary memory.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Quick Sort: In-place O(log N) memory, faster cache locality, but potentially O(N^2) without median-of-three pivot.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System Selection: Quick Sort for live candidate tally rankings; Merge Sort for chronological audit trail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627632"/>
            <a:ext cx="488289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Hash Table vs AVL Tree for Block Lookup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Hash Table: Average O(1) lookup, but does not support range queries or sorted chronological iteration.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AVL Tree: Guaranteed O(log N) lookup, height-balanced with self-rotations, allows fast range queries over block heights.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System Selection: Hash Table for token lookups; AVL Tree for indexed block height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42231"/>
            <a:ext cx="479145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Merkle Inclusion Proofs vs Full Ledger Scan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Full Ledger Scan: Requires downloading entire blockchain O(N) to prove a vote exists; exposes all other voter ballots.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Merkle Proof: Lightweight audit receipt requiring only O(log N) hashes; zero exposure of neighboring ballots.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System Selection: Merkle Tree provides zero-knowledge ballot verification for resource-constrained voter phones.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142231"/>
            <a:ext cx="488289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Consistent Hashing vs Centralized Modulo Hash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Modulo Hashing (Hash(K) mod N): Adding or removing 1 node causes 100% key churn and massive network reshuffling.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Consistent Hashing: Adding or removing a node reassigns only K/N keys, keeping 99% of data localized.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System Selection: Consistent Hashing enables elastic peer joining and dynamic shard distribution.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B.IV.8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18. Full Software Stack &amp; Architectural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3785616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Implementation Highlights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Core Language: Python 3.13 (pure standard library + cryptography).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Web Framework: Flask RESTful API engine with CORS and session protection.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Independent SQLite Storage: WAL mode journaling and foreign keys per node.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Multi-Node Cluster: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Node A: Port 5001 (Coordinator)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Node B: Port 5002 (Validator)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- Node C: Port 5003 (Validator)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Modern Voter UI: Flask portal on port 5050 with real-time receipt verification.</a:t>
            </a:r>
          </a:p>
        </p:txBody>
      </p:sp>
      <p:pic>
        <p:nvPicPr>
          <p:cNvPr id="6" name="Picture 5" descr="system_architectur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63040"/>
            <a:ext cx="6309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19. Results &amp; Security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100% Automated Test Pass Rate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25 automated pytest suites covering all 25 DSA implementations.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Exhaustive edge cases: empty trees, hash collisions, tree rotations, graph cycles, ring wraparounds.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Consensus stress tested under simulated node crashes and network drops.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627632"/>
            <a:ext cx="488289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Tamper-Evident Ledger Integrity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Modifying a single bit inside an accepted ballot instantly alters its SHA-256 hash.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Subsequent block previous_hash validation fails immediately across all 3 nodes.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Merkle inclusion proof recalculation detects leaf tampering in O(log N)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42231"/>
            <a:ext cx="479145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Zero Duplicate Ballots Allowed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HashSet in-memory screening catches double-vote attempts in &lt; 1 microsecond.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SQLite atomic UNIQUE(voter_id, election_id) constraint prevents race condition attacks.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Zero duplicate votes accepted across 5,000 synthetic test ballots.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212080" cy="23317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4142231"/>
            <a:ext cx="4882896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Graceful Partition Handling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When 1 node disconnects, remaining 2 nodes maintain quorum (Q &gt;= 2/3) and continue mining.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When 2 nodes disconnect, consensus halts safely; transactions remain safely in Mempool Queue.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Zero ledger forks or orphan inconsistencies generated.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20. Demonstration Instructions &amp; Reproduction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Step 1: Start 3 Nodes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Automated Launcher: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python3 scripts/start_local_network.py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Or Manual Terminals: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Term 1: python3 app.py --node-id node_a --port 5001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Term 2: python3 app.py --node-id node_b --port 5002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Term 3: python3 app.py --node-id node_c --port 5003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Nodes initialize independent SQLite databases in data/.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Step 2: Seed &amp; Run UI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Register Demo Voters: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python3 scripts/register_demo_voters.py http://127.0.0.1:5001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Launch Voter Portal UI: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python3 voting_ui.py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Open browser at: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http://127.0.0.1:5050/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Cast votes, inspect receipts, and validate Merkle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627632"/>
            <a:ext cx="29626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Step 3: Verification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Run Full Test Suite: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pytest tests/ -v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Run 20-Step Demo Script: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python3 scripts/demo_local_network.py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Inspect 25-DSA Lab: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  Open http://127.0.0.1:5001/dsa for live browser execution of all 25 algorithms.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21. 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Project Conclusions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Proof of Feasibility: Successfully demonstrated that a production-grade decentralized voting system can be engineered from first-principles Data Structures &amp; Algorithms without proprietary blockchain frameworks.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Algorithmic Precision: Deterministic DSA modules provide absolute audit guarantees and mathematical correctness that AI/ML models fundamentally cannot offer.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Decoupled Privacy: Proved that ballot anonymity and strict single-vote verification can coexist through single-use authorization token burn.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Real-World Portability: Seamless operation on both single-machine local simulation and multi-computer physical Wi-Fi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627632"/>
            <a:ext cx="488289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</a:defRPr>
            </a:pPr>
            <a:r>
              <a:t>Future Enhancements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Zero-Knowledge Proofs (zk-SNARKs): Enable voters to prove their ballot satisfies eligibility constraints without revealing any token or cryptographic receipt.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Byzantine Fault Tolerance (PBFT / Raft): Upgrade leader-quorum consensus to handle malicious, actively colluding Byzantine nodes.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Kademlia Distributed Hash Table (DHT): Implement XOR metric peer discovery to scale network from 3 nodes to tens of thousands of decentralized nodes.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• Post-Quantum Cryptography: Migrate from ECDSA SECP256R1 to lattice-based signatures (e.g. CRYSTALS-Dilithium) to resist quantum decryption.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GUIDELINE SECTION B.VII &amp; B.VIII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22. References &amp; Project Contributors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4791456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Academic &amp; Algorithmic References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1. Nakamoto, S. (2008). Bitcoin: A Peer-to-Peer Electronic Cash System.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2. Merkle, R. C. (1987). A Digital Signature Based on a Conventional Encryption Function. CRYPTO '87, pp. 369-378.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3. Karger, D., et al. (1997). Consistent Hashing and Random Trees: Distributed Caching Protocols for Relieving Hot Spots on the Web. ACM STOC.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4. Cormen, T. H., Leiserson, C. E., Rivest, R. L., &amp; Stein, C. (2009). Introduction to Algorithms (3rd ed.). MIT Press.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5. Chaum, D. (1981). Untraceable Electronic Mail, Return Addresses, and Digital Pseudonyms. CACM, 24(2), 84-90.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F0FF"/>
                </a:solidFill>
              </a:defRPr>
            </a:pPr>
            <a:r>
              <a:t>Team Contributors &amp; Metadata</a:t>
            </a:r>
          </a:p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</a:defRPr>
            </a:pPr>
            <a:r>
              <a:t>• Ashwin Krishna V [cb.ai.u4aid25108] — DSA &amp; Verification Lead</a:t>
            </a:r>
          </a:p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</a:defRPr>
            </a:pPr>
            <a:r>
              <a:t>• Madhan S [cb.ai.u4aid25127] — Consensus &amp; P2P Architect</a:t>
            </a:r>
          </a:p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</a:defRPr>
            </a:pPr>
            <a:r>
              <a:t>• Nakul Shravan [cb.ai.u4aid25134] — Cryptographic Hashing &amp; Merkle</a:t>
            </a:r>
          </a:p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</a:defRPr>
            </a:pPr>
            <a:r>
              <a:t>• Nawin K G [cb.ai.u4aid25135] — System Architect &amp; UI Lead</a:t>
            </a:r>
          </a:p>
          <a:p>
            <a:pPr>
              <a:defRPr sz="800">
                <a:solidFill>
                  <a:srgbClr val="1F2E47"/>
                </a:solidFill>
              </a:defRPr>
            </a:pPr>
            <a:r>
              <a:t>────────────────────────────────────────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</a:defRPr>
            </a:pPr>
            <a:r>
              <a:t>Course Code: 2025.R.AID.1.23AID205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</a:defRPr>
            </a:pPr>
            <a:r>
              <a:t>Course Name: Data Structures &amp; Algorithms Capstone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</a:defRPr>
            </a:pPr>
            <a:r>
              <a:t>GitHub Repo: https://github.com/kgnawinkg-tech/Decentralised-Voting-System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</a:defRPr>
            </a:pPr>
            <a:r>
              <a:t>Contact Email: kgnawinkg@gmail.com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</a:defRPr>
            </a:pPr>
            <a:r>
              <a:t>Test Suites: 25 Pytest Suites (100% Pass Rate)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